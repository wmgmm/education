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exercises, one idea: write your instructions down once, then reuse them. 04 turns a skill file into a Copilot agent. 05 shows a skill changing a slide deck. 06 builds a chart from real data and has AI check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is no New agent button, the account may not allow agents. The site has a fallback: attach the skill and the report to a normal chat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skill also writes a gap note: everything the source did not say. That is where a person steps in. Save the Word file: Exercise 05 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Paste, do not attach: the description box takes text, and it cuts off at 5,000 characters, so both skills are kept under 4,900. For internal work only; public-facing branding is a job for a human designer.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HESA's estates data, pivoted to 307 rows so it fits. A chart that looks right is not the same as a chart that is right: check it against the source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AI throughout: this is your work, and AI is your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THE WORKPLACE 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it up once.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again.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04 to 06: your own agent, branded slides, and a chart you can trust.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1206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First Agent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0" y="51206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498080" y="51206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26680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Visualisation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My First Agent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skill file into your own Copilot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323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New agent in Copilot Chat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706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standard Copilot Chat, top left.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924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skill into the Describe box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7307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Training_Module_Builder.md: COPY it from the card on the site.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525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Training Module Builder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690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 Create. It now sits in your sidebar.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2514600"/>
            <a:ext cx="5669280" cy="2046387"/>
          </a:xfrm>
          <a:prstGeom prst="roundRect">
            <a:avLst>
              <a:gd name="adj" fmla="val 5362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/home/wmgmm2/Dropbox2/Dropbox/WORK_2026/ALL_OtherWork/Projects/education/public/new_agent_descri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651760"/>
            <a:ext cx="5394960" cy="177206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080760" y="4652427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Describe box: paste the whole skill here, then send.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keeps your instructions: set it up once, then reuse it and share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My First Agent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your report, get a training module back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408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agent from the sidebar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79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listed under Agents.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095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your revised Deep Research report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547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Matts' ready-made copy, then send.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0782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any audience when it asks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416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because a session for everybody reaches nobody.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9469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in Word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2852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Word file? Three dots, Export to, Word.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2377440"/>
            <a:ext cx="26517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0" descr="/home/wmgmm2/Dropbox2/Dropbox/WORK_2026/ALL_OtherWork/Projects/education/public/agent_in_sid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514600"/>
            <a:ext cx="2377440" cy="71323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080760" y="3520440"/>
            <a:ext cx="5662071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/home/wmgmm2/Dropbox2/Dropbox/WORK_2026/ALL_OtherWork/Projects/education/public/export_to_wo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657600"/>
            <a:ext cx="5387751" cy="18288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value is in the review. Share your agent only with colleagues who need 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Slides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module, two skills, two different decks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323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training module as a source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706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Gemini Notebook, Add source, upload the Word file.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924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Slide Deck, paste the Cardiff skill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730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description box. Not as a source.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525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export, then repeat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690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run: paste the Matts' skill instead.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2194560"/>
            <a:ext cx="5669280" cy="3235650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/tmp/claude-1000/-home-wmgmm2-Dropbox2-Dropbox-WORK-2026-ALL-OtherWork-Projects-education/1dd7ef42-2a0f-4b8b-8c27-557fc1989d87/scratchpad/deck/notebook_slide_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331720"/>
            <a:ext cx="5394960" cy="296133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080760" y="552165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Deck: the skill goes in the description box, nowhere else.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differs between the two decks came from the skill file.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 Visualisation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spreadsheet into an animated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323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the CSV and turn Canvas 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706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emissions data for 31 UK universities over ten years.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924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prompt and compare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730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our Canvas app beside yours. Do they agree?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525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check every number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690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CSV, then rebuild using those values only.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53949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2651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180</a:t>
            </a:r>
            <a:endParaRPr lang="en-US" sz="6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794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our first chart matched the file it came from. It also dropped 13 universities, and it looked superb.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892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build, before the repair prompt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still signs off the numbers. AI can help with the checking.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habits to take back to your desk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2423160"/>
            <a:ext cx="548640" cy="5486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down once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931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or an agent saves you re-explaining the job every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2423160"/>
            <a:ext cx="548640" cy="5486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source in charge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931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output in your document, and read what it says it left out.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2423160"/>
            <a:ext cx="548640" cy="5486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you share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931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names and claims: a person signs off, not the tool.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wmgmm.github.io/education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the Workplace Part 2: Exercises 04 to 06</dc:title>
  <dc:subject>PptxGenJS Presentation</dc:subject>
  <dc:creator>PptxGenJS</dc:creator>
  <cp:lastModifiedBy>PptxGenJS</cp:lastModifiedBy>
  <cp:revision>1</cp:revision>
  <dcterms:created xsi:type="dcterms:W3CDTF">2026-09-30T11:07:08Z</dcterms:created>
  <dcterms:modified xsi:type="dcterms:W3CDTF">2026-09-30T11:07:08Z</dcterms:modified>
</cp:coreProperties>
</file>